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4728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801368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720000">
            <a:off x="5824728" y="1801368"/>
            <a:ext cx="502920" cy="502920"/>
          </a:xfrm>
          <a:prstGeom prst="roundRect">
            <a:avLst/>
          </a:prstGeom>
          <a:solidFill>
            <a:srgbClr val="5EE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8EDF4"/>
                </a:solidFill>
                <a:latin typeface="맑은 고딕"/>
              </a:rPr>
              <a:t>딱 하나 이상함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A94A6"/>
                </a:solidFill>
                <a:latin typeface="맑은 고딕"/>
              </a:rPr>
              <a:t>여러 개 중 딱 하나 다른 것을 찾는 브라우저 관찰력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26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EE6C5"/>
                </a:solidFill>
                <a:latin typeface="맑은 고딕"/>
              </a:rPr>
              <a:t>「내가 설계한 미니게임」 과제 제출 · 발표자료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https://stulss.github.io/odd-one-out/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https://github.com/stulss/odd-one-out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격자 안 도형 여럿 중 딱 하나만 색·크기·회전 등이 미묘하게 다름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제한 시간 안에 찾아 선택 → 다음 단계, 시간 초과 시 종료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차이 축 10종 · 도형 4종 · 격자 상한 4×6(24칸)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프레임워크·이미지·음원 파일 없이 순수 HTML/CSS/JS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소스 전체 80KB · 라이브러리 0개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같은 링크 = 같은 문제 (시드 난수, 서버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규칙·조작·상태
상시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조작 1회 =
결과 1회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다시 시작
= 초기화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89204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음소거·움직임
줄이기 작동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과제 완료기준 4항목 — 전부 충족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1 · 30초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조작 1회 = 결과 1회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플레이어는 격자 칸을 조작해 다른 하나를 선택하면 성공,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제한 시간이 0이 되면 실패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정답: 팝 애니메이션 + 점수 상승 + 다음 단계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오답: 흔들림 + 남은 시간 1초 차감 (즉사 아님)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화면 하단 3줄 상시 표시 — 규칙 · 조작 · 현재 상태</a:t>
            </a:r>
          </a:p>
        </p:txBody>
      </p:sp>
      <p:pic>
        <p:nvPicPr>
          <p:cNvPr id="8" name="Picture 7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91640"/>
            <a:ext cx="1534058" cy="33198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게임 시작</a:t>
            </a:r>
          </a:p>
        </p:txBody>
      </p:sp>
      <p:pic>
        <p:nvPicPr>
          <p:cNvPr id="10" name="Picture 9" descr="02_correc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458" y="1691640"/>
            <a:ext cx="1534058" cy="33198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80578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정답 → 다음 단계</a:t>
            </a:r>
          </a:p>
        </p:txBody>
      </p:sp>
      <p:pic>
        <p:nvPicPr>
          <p:cNvPr id="12" name="Picture 11" descr="03_wrong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556" y="1691640"/>
            <a:ext cx="1534058" cy="33198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34676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오답 → 시간 차감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TECH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게임 엔진을 쓰지 않은 이유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“이 게임의 화면은 정지된 도형 격자 + 한 번의 입력이다.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렌더 루프가 필요 없는 게임에 엔진을 쓰면 엔진의 비용만 남고 이득은 0이다.”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432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후보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최소 전송 크기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첫 플레이까지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Vanilla + DOM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25KB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0.8초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PixiJS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140KB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과함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Phaser 3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450KB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3.0초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목표 위반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Unity WebGL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15MB+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15초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치명적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이미지 파일 0개 — 미묘한 차이를 1px·3° 단위로 정확히 제어해야 난이도가 성립.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8A94A6"/>
                </a:solidFill>
                <a:latin typeface="맑은 고딕"/>
              </a:rPr>
              <a:t>· 래스터 이미지는 축소 과정에서 차이가 뭉개지거나 노이즈가 생겨 불공정한 실패를 만든다.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13개 모듈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game.js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상태 머신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rng.js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시드 난수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stage.js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스테이지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render.js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DOM 그리드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input.js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입력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timer.js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rAF 루프 1개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save.js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손상 복구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daily.js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오늘의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card.js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결과 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share.js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공유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audio.js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합성음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logger.js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플레이 기록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▸ 설계 원칙 3가지 — rAF 루프 앱 전체 1개 · DOM 노드 최초 1회 생성 후 재사용 · 현재 판 상태는 저장하지 않음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같은 링크인데 기기마다 다른 문제가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격자 칸 수를 화면 크기에 맞춰 계산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1280px → 6×8=48칸, 375px → 4×6=24칸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정답 인덱스까지 달라짐 → '오늘의 문제' 성립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그리드를 스테이지 번호로만 결정 (화면 크기 무관)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상한 4×6=24칸 고정 (360px에서도 44px 터치 보장)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같은 시드 25스테이지 → 완전 일치 (실측)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되돌리기 비싼 결함일수록 일찍 찾아야 한다 — 수정 규모는 코드 3줄이었다.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통과하던 검사가 사실 아무것도 검사하지 않고 있었다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가로 넘침 검사: scrollWidth &gt; innerWidth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CSS에 overflow-x:hidden이 걸려 있어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넘쳐도 항상 false → '검사 통과'가 거짓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좌표를 뷰포트 경계와 직접 비교하도록 변경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390×844에서 11스테이지 전 구간 재측정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16~374px, 실제로 넘침 없음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초록불을 믿기 전에 그 검사가 빨간불이 될 수 있는지 먼저 확인해야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화면에 내놓은 난이도 손잡이가 거의 작동하지 않았다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난이도 T를 '제한 시간' 계수에만 연결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자동 플레이 30판: T 3.6→5.4(50%↑)에도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도달 단계 중앙값 21.5→20.0 (1.5단계 차이뿐)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원인: 시간이 부족해지는 시점(30단계)이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판이 끝나는 시점(20~25단계)보다 늦었다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손잡이를 '차이 곡선'으로 이동 → 18~25%p 차이로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값을 만들었으면 흔들어보고 결과가 실제로 움직이는지 재봐야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PC 숨은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검사표 — 7/7 통과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657600"/>
                <a:gridCol w="32918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검사 조건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예상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실제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잘림·가로 넘침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90px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1920×1080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게임판 유지, 여백만 증가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132px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1366↔1920 창 크기 변경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레이아웃 즉시 재계산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리사이즈 즉시 반영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1초에 10회 연속 클릭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정확히 1스테이지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blur(포커스 이탈)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자동 일시정지, 시간 보존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즉시 전환·재개 확인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P키 일시정지 → 재개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타이머 정지·복원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오차 없이 이어짐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FPS 유지·메모리 증가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PASS (다음 슬라이드)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10분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10분 연속 자동 진행 —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000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073" y="1691640"/>
            <a:ext cx="14788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75193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0분</a:t>
            </a:r>
          </a:p>
        </p:txBody>
      </p:sp>
      <p:pic>
        <p:nvPicPr>
          <p:cNvPr id="9" name="Picture 8" descr="t180_3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970" y="1691640"/>
            <a:ext cx="1478857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4090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3분</a:t>
            </a:r>
          </a:p>
        </p:txBody>
      </p:sp>
      <p:pic>
        <p:nvPicPr>
          <p:cNvPr id="11" name="Picture 10" descr="t360_6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7" y="1691640"/>
            <a:ext cx="1478857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72987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6분</a:t>
            </a:r>
          </a:p>
        </p:txBody>
      </p:sp>
      <p:pic>
        <p:nvPicPr>
          <p:cNvPr id="13" name="Picture 12" descr="t600_10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764" y="1691640"/>
            <a:ext cx="1478857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1884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10분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DOM 노드
112 → 112
증가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JS 힙
9.54MB → 9.54MB
증가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프레임 드랍
0 / 6002
0.00%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콘솔 오류
0건
10분 내내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3 · 데이터 기반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난이도 T 전/후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B454"/>
                </a:solidFill>
                <a:latin typeface="맑은 고딕"/>
              </a:rPr>
              <a:t>⚠ 자동 플레이 데이터입니다 — 사람 반응·피로가 빠져 있음을 숨기지 않고 명시합니다.</a:t>
            </a:r>
          </a:p>
        </p:txBody>
      </p:sp>
      <p:pic>
        <p:nvPicPr>
          <p:cNvPr id="8" name="Picture 7" descr="settings_T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330972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4.4 (기존값)</a:t>
            </a:r>
          </a:p>
        </p:txBody>
      </p:sp>
      <p:pic>
        <p:nvPicPr>
          <p:cNvPr id="10" name="Picture 9" descr="result_T4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972" y="2148840"/>
            <a:ext cx="1330972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91092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(T=4.4)</a:t>
            </a:r>
          </a:p>
        </p:txBody>
      </p:sp>
      <p:pic>
        <p:nvPicPr>
          <p:cNvPr id="12" name="Picture 11" descr="settings_T5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84" y="2148840"/>
            <a:ext cx="1330972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2104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5.4 (비교값)</a:t>
            </a:r>
          </a:p>
        </p:txBody>
      </p:sp>
      <p:pic>
        <p:nvPicPr>
          <p:cNvPr id="14" name="Picture 13" descr="result_T5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996" y="2148840"/>
            <a:ext cx="133097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93116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(T=5.4)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778240" y="2194560"/>
          <a:ext cx="27432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T=4.4 (전)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T=5.4 (후)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도달 단계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21.0단계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20.0단계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생존 시간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27.9초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25.4초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356616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최종값: T=4.4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단계 차이는 작지만 내부 지표(지각 여유)로는 20~25단계 구간에서 18~25%p 차이 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4 · 저장과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손상값 6종 — 전부 기본값 복구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정상값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2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빈 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"abc" (글자만)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1616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필수 항목 누락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8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타입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배열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현재 판(점수·스테이지·타이머)은 저장하지 않는다 → 새 게임에서 자동 초기화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초기화 로직을 따로 만들면 반드시 빠뜨리는 항목이 생긴다는 판단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최고 기록·설정만 별도 키로 보존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저장값이 6가지 방식으로 깨져도 콘솔 오류 0건, 항상 기본값으로 정상 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5 · 손맛과 선택권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효과 + 접근성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 선택 시 팝 애니메이션 + 효과음(WebAudio 합성, 파일 0개)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음소거 → 클릭 즉시 무음 전환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움직임 줄이기 → 흔들림·팝 대신 색 점멸로 대체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효과를 완전히 없애지 않는 이유: 사건 인지 자체는 유지해야 하기 때문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설정은 즉시 반영, 재시작 불필요</a:t>
            </a:r>
          </a:p>
        </p:txBody>
      </p:sp>
      <p:pic>
        <p:nvPicPr>
          <p:cNvPr id="8" name="Picture 7" descr="06_sound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소리 끄기</a:t>
            </a:r>
          </a:p>
        </p:txBody>
      </p:sp>
      <p:pic>
        <p:nvPicPr>
          <p:cNvPr id="10" name="Picture 9" descr="07_motion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움직임 줄이기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결과 공유 — 클릭 한 번, 이미지 즉시 복사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[결과 공유] 클릭 시 우선순위: 네이티브 공유 → 클립보드 이미지 복사 → 폴백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데스크탑 대부분은 navigator.share가 없어 예전엔 매번 폴백 3버튼만 노출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이제는 결과 카드 이미지를 클립보드에 바로 복사 → Ctrl+V로 즉시 붙여넣기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텍스트(링크)도 같은 클립보드 항목에 함께 담아 이미지 미지원 대상에도 대응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부수 발견: #fallback에 [hidden] CSS 누락 — 공유 전에도 폴백 버튼이 항상 보이던 버그 수정</a:t>
            </a:r>
          </a:p>
        </p:txBody>
      </p:sp>
      <p:pic>
        <p:nvPicPr>
          <p:cNvPr id="8" name="Picture 7" descr="09_sha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네이티브 공유 없음</a:t>
            </a:r>
          </a:p>
        </p:txBody>
      </p:sp>
      <p:pic>
        <p:nvPicPr>
          <p:cNvPr id="10" name="Picture 9" descr="10_copytex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복사 안내 문구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AI 3줄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맡긴 일 · 판단한 일 · 말을 안 들은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AI에게 맡긴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코드 전체(13개 모듈) 작성과 검증 실행 — 시드 재현성·저장 손상 6종·연타 방지·해상도 등을 직접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내가 판단한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배포처를 Cloudflare→GitHub Pages로 변경, 단계별 폴더 구성, 스크린샷 3상태 규칙, STEP 6 중단 판단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 말을 안 들은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step2 스크린샷 오류를 직접 열어보고 발견, 제출용 PDF에서 빠진 항목 5개를 찾아냄, 자동 플레이 데이터 오남용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실제로 겪은 문제 8건 중 대표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같은 실수를 세 번 반복 — step2 재촬영 누락 · PDF 스크린샷 5개 누락 · 이모지 깨짐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세 번 다 AI가 아니라 실제로 파일을 열어본 사람이 찾아냈다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촬영 도구가 지정 해상도를 무시 → 헤드리스 Chrome CLI에서 Playwright로 교체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Playwright 도입으로 첫화면/진행중/종료 3상태 촬영까지 함께 가능해짐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제출용 PDF에서 이모지가 네모 상자로 깨짐 → 버튼 라벨에서 이모지 제거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'내 환경에선 정상'은 제출 증거에서는 판단 기준이 될 수 없다는 교훈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FINAL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제출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194560" y="173736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46888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카드 1~5 통과 기준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5/5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학생 자체 점검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콘솔 오류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개인정보·비밀값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 (실질)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DOM·힙 증가 0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제출물(검증안내서·AI3줄)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작성 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11항목 — 증빙자료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4617720"/>
                <a:gridCol w="1005840"/>
                <a:gridCol w="4754880"/>
              </a:tblGrid>
              <a:tr h="40767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체크리스트 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증빙자료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공개 주소에서 시작→종료→재시작 가능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배포 URL 직접 실행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핵심 조작과 성공·실패 상태가 화면에서 구분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3 (카드1 스크린샷)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두 기준 해상도에서 잘림·가로 넘침 없음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9 검사표 (1366×768·1920×1080 실측)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연속 입력·포커스·일시정지·10분 실행 검사 통과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9~10, 10분_안정성_로그.csv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콘솔 빨간 오류 0건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전 슬라이드 공통 확인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전·후 각 10회 기록, 난이도 값 1개만 변경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11, 카드3_플레이로그_자동.csv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저장값이 비거나 손상돼도 기본값으로 실행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12 (손상값 6종)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현재 판 초기화 + 보존 대상 기록 유지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12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효과를 줄이거나 끄는 선택이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슬라이드 13 (카드5 스크린샷)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공개 화면·파일·제출 기록에 개인정보·비밀값 0건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저장소 전수 grep 검사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위 항목 1~10 모두 완료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본 슬라이드 요약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E8EDF4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EE6C5"/>
                </a:solidFill>
                <a:latin typeface="맑은 고딕"/>
              </a:rPr>
              <a:t>▶ 플레이: https://stulss.github.io/odd-one-out/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8A94A6"/>
                </a:solidFill>
                <a:latin typeface="맑은 고딕"/>
              </a:rPr>
              <a:t>소스: https://github.com/stulss/odd-one-out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