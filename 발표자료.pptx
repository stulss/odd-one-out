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7.png"/><Relationship Id="rId10" Type="http://schemas.openxmlformats.org/officeDocument/2006/relationships/image" Target="../media/image20.png"/><Relationship Id="rId11" Type="http://schemas.openxmlformats.org/officeDocument/2006/relationships/image" Target="../media/image9.png"/><Relationship Id="rId1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https://odd-one-out-nine.vercel.app/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기능 안내서 — 플레이 방법과 전체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6217920"/>
              </a:tblGrid>
              <a:tr h="49784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기능 / 조작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다른 하나 찾기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격자 안 도형 여럿 중 색·크기·회전 등이 미묘하게 다른 딱 하나를 제한 시간 안에 선택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조작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클릭·탭·방향키+Enter · P(일시정지)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마우스·터치·키보드만으로 완주 가능, 화면 이탈(blur) 시 자동 일시정지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정답 → 다음 단계 / 오답 → 시간 1초 차감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오답은 즉시 게임오버가 아님 — 흔들림 효과 후 계속 진행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오늘의 문제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/?d=20260818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KST 자정 기준 하루 1문제 — 전 세계 누구나 같은 문제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도전장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/?c=K3F9QZ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친구와 완전히 동일한 문제를 공유, 상대 기록(&amp;s=12) 배너 표시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소리·움직임 줄이기·진동·색약 모드·난이도(T)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 즉시 반영, 재시작 불필요, 새로고침 후에도 유지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기록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최고 단계·점수·연속 출석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localStorage 저장, 값이 손상돼도 자동으로 기본값 복구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 버튼 1회 클릭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네이티브 공유 → 클립보드 이미지 복사 → 폴백 3버튼 순으로 시도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073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75193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970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409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7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7298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764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188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검증 안내서 — 직접 확인하는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배포 주소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5EE6C5"/>
                </a:solidFill>
                <a:latin typeface="맑은 고딕"/>
              </a:rPr>
              <a:t>https://odd-one-out-nine.vercel.app/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1단계 — 위 주소로 접속해 [▶ 시작하기]를 누른다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2단계 — 격자에서 딱 하나 다른 칸을 클릭(터치)한다</a:t>
            </a:r>
          </a:p>
          <a:p>
            <a:pPr lvl="1">
              <a:spcAft>
                <a:spcPts val="1800"/>
              </a:spcAft>
            </a:pPr>
            <a:r>
              <a:rPr sz="1900">
                <a:solidFill>
                  <a:srgbClr val="8A94A6"/>
                </a:solidFill>
                <a:latin typeface="맑은 고딕"/>
              </a:rPr>
              <a:t>· 키보드로 하려면 방향키로 이동한 뒤 Enter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3단계 — 시간이 0이 되어 결과 화면이 뜨면 [다시 하기]를 누른다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3단계 · 30초 이내 — 설치·로그인 없이 링크만으로 확인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 기준 — 이렇게 보이면 정상입니다 (1~5)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5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확인 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이렇게 보이면 통과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규칙·조작·상태 상시 표시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화면 하단 3줄이 항상 보임 — 규칙 · 조작 · 현재 상태(단계·난이도), 진행에 따라 갱신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정답 → 즉시 다음 격자 + STAGE·SCORE 상승 · 오답 → 칸이 흔들리고 시간 1초 차감(게임 계속) · 시간 초과 → 정답 위치가 민트 테두리로 공개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다시 시작 = 초기화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[다시 하기] 시 STAGE 1 · SCORE 0으로 복귀, 단 최고 기록은 그대로 보존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음소거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⚙ → 소리 끄면 즉시 무음, 다시 켜면 즉시 복원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움직임 줄이기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⚙ → 켜면 확대·흔들림 대신 색 점멸로 대체 (성공/실패 인지는 그대로 유지)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 기준 — 이렇게 보이면 정상입니다 (6~9)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5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확인 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이렇게 보이면 통과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일시정지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P·Esc·❙❙ 클릭 시 타이머 정지, 정지 중 칸 클릭 무반응 · [계속하기] 시 남은 시간 그대로 이어짐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같은 링크 = 같은 문제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[결과 공유]로 나온 ?c=코드 링크를 다른 기기·브라우저에서 열어도 1단계부터 완전히 동일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콘솔 오류 없음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F12 → Console 탭에 빨간 오류 0건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두 해상도에서 안 잘림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/ 1920×1080 모두 가로 스크롤 없이 격자·하단 3줄이 화면 안에 들어옴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EE6C5"/>
                </a:solidFill>
                <a:latin typeface="맑은 고딕"/>
              </a:rPr>
              <a:t>추가로 볼 수 있는 것 (선택)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오늘의 문제 — [오늘의 문제] 클릭 시 그날 날짜(KST 기준)로 고정된 문제, 같은 날이면 누구나 동일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결과 카드 — 점수 + 마지막 문제 격자를 정답 표시 없이 포함해 보는 사람이 직접 풀어볼 수 있음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차이의 종류 — 정답 시 화면 가운데에 `회전 · 0.42초`처럼 어떤 차이였는지 표시 (10종)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안 될 때 — 자주 묻는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350">
                          <a:solidFill>
                            <a:srgbClr val="E8EDF4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>
                          <a:solidFill>
                            <a:srgbClr val="E8EDF4"/>
                          </a:solidFill>
                          <a:latin typeface="맑은 고딕"/>
                        </a:rPr>
                        <a:t>해결 방법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화면이 비어 있다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Ctrl+F5로 강력 새로고침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로컬에서 열었더니 안 나온다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index.html 더블클릭은 동작 안 함 — ES 모듈은 file://에서 차단되므로 서버로 열 것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소리가 안 난다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브라우저는 사용자 입력 전엔 소리를 못 냄 — [시작하기] 클릭 후에도 안 나면 ⚙ 소리 설정·시스템 볼륨 확인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키보드를 눌러도 반응이 없다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포커스가 버튼에 남아있을 수 있음 — 격자 칸을 한 번 클릭한 뒤 방향키 사용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게임이 저절로 멈춘 것 같다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P나 Esc를 눌렀는지 확인 — 일시정지 화면에서 [계속하기] 클릭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기록이 이상하다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⚙ → [기록 초기화] — 저장값이 깨져도 게임은 기본값으로 정상 실행됨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(1~6)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1. 시작→종료→재시작</a:t>
            </a:r>
          </a:p>
        </p:txBody>
      </p:sp>
      <p:pic>
        <p:nvPicPr>
          <p:cNvPr id="9" name="Picture 8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08_gameover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2. 성공·실패 상태 구분</a:t>
            </a:r>
          </a:p>
        </p:txBody>
      </p:sp>
      <p:pic>
        <p:nvPicPr>
          <p:cNvPr id="13" name="Picture 12" descr="02_correct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03_wrong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3. 2해상도 잘림·넘침 없음</a:t>
            </a:r>
          </a:p>
        </p:txBody>
      </p:sp>
      <p:pic>
        <p:nvPicPr>
          <p:cNvPr id="17" name="Picture 16" descr="resolution_1366x7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9" y="2057400"/>
            <a:ext cx="1664613" cy="935888"/>
          </a:xfrm>
          <a:prstGeom prst="rect">
            <a:avLst/>
          </a:prstGeom>
        </p:spPr>
      </p:pic>
      <p:pic>
        <p:nvPicPr>
          <p:cNvPr id="18" name="Picture 17" descr="resolution_1920x10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790" y="2057400"/>
            <a:ext cx="1663800" cy="93588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4. 연속입력·포커스·10분</a:t>
            </a:r>
          </a:p>
        </p:txBody>
      </p:sp>
      <p:pic>
        <p:nvPicPr>
          <p:cNvPr id="21" name="Picture 20" descr="04_pause_af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6075" y="4590288"/>
            <a:ext cx="845061" cy="1828800"/>
          </a:xfrm>
          <a:prstGeom prst="rect">
            <a:avLst/>
          </a:prstGeom>
        </p:spPr>
      </p:pic>
      <p:pic>
        <p:nvPicPr>
          <p:cNvPr id="22" name="Picture 21" descr="t600_10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0864" y="4590288"/>
            <a:ext cx="845061" cy="18288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5. 콘솔 빨간 오류 0건</a:t>
            </a:r>
          </a:p>
        </p:txBody>
      </p:sp>
      <p:pic>
        <p:nvPicPr>
          <p:cNvPr id="25" name="Picture 24" descr="콘솔오류확인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9672" y="4590288"/>
            <a:ext cx="3062176" cy="1645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61688" y="626364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사용자 직접 확인 · 최고 16단계·3,242점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6. 난이도 전/후 10+10</a:t>
            </a:r>
          </a:p>
        </p:txBody>
      </p:sp>
      <p:pic>
        <p:nvPicPr>
          <p:cNvPr id="29" name="Picture 28" descr="result_T4_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5595" y="4590288"/>
            <a:ext cx="845061" cy="1828800"/>
          </a:xfrm>
          <a:prstGeom prst="rect">
            <a:avLst/>
          </a:prstGeom>
        </p:spPr>
      </p:pic>
      <p:pic>
        <p:nvPicPr>
          <p:cNvPr id="30" name="Picture 29" descr="result_T5_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30384" y="4590288"/>
            <a:ext cx="8450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(7~11)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7. 손상값 → 기본값 실행</a:t>
            </a:r>
          </a:p>
        </p:txBody>
      </p:sp>
      <p:pic>
        <p:nvPicPr>
          <p:cNvPr id="9" name="Picture 8" descr="storage_before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storage_after_corrupted_still_wo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8. 재시작=초기화, 기록 유지</a:t>
            </a:r>
          </a:p>
        </p:txBody>
      </p:sp>
      <p:pic>
        <p:nvPicPr>
          <p:cNvPr id="13" name="Picture 12" descr="13_restart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13_restart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9. 효과 줄이기·끄기 작동</a:t>
            </a:r>
          </a:p>
        </p:txBody>
      </p:sp>
      <p:pic>
        <p:nvPicPr>
          <p:cNvPr id="17" name="Picture 16" descr="06_sound_af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5595" y="2057400"/>
            <a:ext cx="845061" cy="1828800"/>
          </a:xfrm>
          <a:prstGeom prst="rect">
            <a:avLst/>
          </a:prstGeom>
        </p:spPr>
      </p:pic>
      <p:pic>
        <p:nvPicPr>
          <p:cNvPr id="18" name="Picture 17" descr="07_motion_af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384" y="2057400"/>
            <a:ext cx="845061" cy="18288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10. 개인정보·비밀값 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저장소 전수 grep 검사 — stulss(공개 계정명) 외 유출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11. 위 1~10 모두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카드 1~5 통과기준 5/5 · 학생 자체 점검 11/11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https://odd-one-out-nine.vercel.app/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